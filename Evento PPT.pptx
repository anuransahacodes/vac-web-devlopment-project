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3" r:id="rId3"/>
    <p:sldId id="258" r:id="rId4"/>
    <p:sldId id="286" r:id="rId5"/>
    <p:sldId id="287" r:id="rId6"/>
    <p:sldId id="288" r:id="rId7"/>
    <p:sldId id="289" r:id="rId8"/>
    <p:sldId id="290" r:id="rId9"/>
    <p:sldId id="2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8C457-8B34-4AF7-8A8B-52A30CBD05CA}" v="38" dt="2025-11-27T17:35:06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n Saha" userId="62e30eb586084616" providerId="LiveId" clId="{EB407FB2-4211-4174-AE94-A5D586DC455D}"/>
    <pc:docChg chg="undo custSel addSld delSld modSld">
      <pc:chgData name="Anuran Saha" userId="62e30eb586084616" providerId="LiveId" clId="{EB407FB2-4211-4174-AE94-A5D586DC455D}" dt="2025-11-27T17:35:06.975" v="267"/>
      <pc:docMkLst>
        <pc:docMk/>
      </pc:docMkLst>
      <pc:sldChg chg="modSp mod">
        <pc:chgData name="Anuran Saha" userId="62e30eb586084616" providerId="LiveId" clId="{EB407FB2-4211-4174-AE94-A5D586DC455D}" dt="2025-11-27T17:35:06.975" v="267"/>
        <pc:sldMkLst>
          <pc:docMk/>
          <pc:sldMk cId="0" sldId="257"/>
        </pc:sldMkLst>
        <pc:spChg chg="mod">
          <ac:chgData name="Anuran Saha" userId="62e30eb586084616" providerId="LiveId" clId="{EB407FB2-4211-4174-AE94-A5D586DC455D}" dt="2025-11-27T17:35:06.975" v="267"/>
          <ac:spMkLst>
            <pc:docMk/>
            <pc:sldMk cId="0" sldId="257"/>
            <ac:spMk id="8" creationId="{E6738A99-7227-1391-9DFC-04660109D799}"/>
          </ac:spMkLst>
        </pc:spChg>
        <pc:picChg chg="mod">
          <ac:chgData name="Anuran Saha" userId="62e30eb586084616" providerId="LiveId" clId="{EB407FB2-4211-4174-AE94-A5D586DC455D}" dt="2025-11-27T17:12:14.270" v="12" actId="1076"/>
          <ac:picMkLst>
            <pc:docMk/>
            <pc:sldMk cId="0" sldId="257"/>
            <ac:picMk id="4" creationId="{B34672F9-A300-8746-B11D-4FE4B2881D45}"/>
          </ac:picMkLst>
        </pc:picChg>
      </pc:sldChg>
      <pc:sldChg chg="modSp mod">
        <pc:chgData name="Anuran Saha" userId="62e30eb586084616" providerId="LiveId" clId="{EB407FB2-4211-4174-AE94-A5D586DC455D}" dt="2025-11-27T17:34:08.884" v="260" actId="113"/>
        <pc:sldMkLst>
          <pc:docMk/>
          <pc:sldMk cId="0" sldId="258"/>
        </pc:sldMkLst>
        <pc:spChg chg="mod">
          <ac:chgData name="Anuran Saha" userId="62e30eb586084616" providerId="LiveId" clId="{EB407FB2-4211-4174-AE94-A5D586DC455D}" dt="2025-11-27T17:34:08.884" v="260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Anuran Saha" userId="62e30eb586084616" providerId="LiveId" clId="{EB407FB2-4211-4174-AE94-A5D586DC455D}" dt="2025-11-27T17:15:13.329" v="85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nuran Saha" userId="62e30eb586084616" providerId="LiveId" clId="{EB407FB2-4211-4174-AE94-A5D586DC455D}" dt="2025-11-27T17:34:37.873" v="263" actId="255"/>
        <pc:sldMkLst>
          <pc:docMk/>
          <pc:sldMk cId="784207822" sldId="283"/>
        </pc:sldMkLst>
        <pc:spChg chg="mod">
          <ac:chgData name="Anuran Saha" userId="62e30eb586084616" providerId="LiveId" clId="{EB407FB2-4211-4174-AE94-A5D586DC455D}" dt="2025-11-27T17:34:37.873" v="263" actId="255"/>
          <ac:spMkLst>
            <pc:docMk/>
            <pc:sldMk cId="784207822" sldId="283"/>
            <ac:spMk id="4" creationId="{480D2C4A-9EE9-E607-7DD2-BEDB86603ACF}"/>
          </ac:spMkLst>
        </pc:spChg>
      </pc:sldChg>
      <pc:sldChg chg="del">
        <pc:chgData name="Anuran Saha" userId="62e30eb586084616" providerId="LiveId" clId="{EB407FB2-4211-4174-AE94-A5D586DC455D}" dt="2025-11-27T17:22:40.209" v="172" actId="47"/>
        <pc:sldMkLst>
          <pc:docMk/>
          <pc:sldMk cId="1243971219" sldId="284"/>
        </pc:sldMkLst>
      </pc:sldChg>
      <pc:sldChg chg="addSp delSp modSp del mod">
        <pc:chgData name="Anuran Saha" userId="62e30eb586084616" providerId="LiveId" clId="{EB407FB2-4211-4174-AE94-A5D586DC455D}" dt="2025-11-27T17:19:13.684" v="158" actId="47"/>
        <pc:sldMkLst>
          <pc:docMk/>
          <pc:sldMk cId="3142493069" sldId="285"/>
        </pc:sldMkLst>
        <pc:spChg chg="mod">
          <ac:chgData name="Anuran Saha" userId="62e30eb586084616" providerId="LiveId" clId="{EB407FB2-4211-4174-AE94-A5D586DC455D}" dt="2025-11-27T17:16:09.416" v="92" actId="1076"/>
          <ac:spMkLst>
            <pc:docMk/>
            <pc:sldMk cId="3142493069" sldId="285"/>
            <ac:spMk id="2" creationId="{F50A7E52-303F-4447-E161-D0D3BCD53478}"/>
          </ac:spMkLst>
        </pc:spChg>
        <pc:spChg chg="del">
          <ac:chgData name="Anuran Saha" userId="62e30eb586084616" providerId="LiveId" clId="{EB407FB2-4211-4174-AE94-A5D586DC455D}" dt="2025-11-27T17:15:41.124" v="86"/>
          <ac:spMkLst>
            <pc:docMk/>
            <pc:sldMk cId="3142493069" sldId="285"/>
            <ac:spMk id="3" creationId="{3B7D363E-F926-AFCF-78DA-E686CB3CDDA4}"/>
          </ac:spMkLst>
        </pc:spChg>
        <pc:spChg chg="add del mod">
          <ac:chgData name="Anuran Saha" userId="62e30eb586084616" providerId="LiveId" clId="{EB407FB2-4211-4174-AE94-A5D586DC455D}" dt="2025-11-27T17:17:44.547" v="102"/>
          <ac:spMkLst>
            <pc:docMk/>
            <pc:sldMk cId="3142493069" sldId="285"/>
            <ac:spMk id="6" creationId="{30AECDC8-78ED-F4D5-A460-80B80BE94122}"/>
          </ac:spMkLst>
        </pc:spChg>
        <pc:spChg chg="add mod">
          <ac:chgData name="Anuran Saha" userId="62e30eb586084616" providerId="LiveId" clId="{EB407FB2-4211-4174-AE94-A5D586DC455D}" dt="2025-11-27T17:18:56.257" v="156" actId="478"/>
          <ac:spMkLst>
            <pc:docMk/>
            <pc:sldMk cId="3142493069" sldId="285"/>
            <ac:spMk id="9" creationId="{58D6A521-36A3-23DC-48E0-EA9846346226}"/>
          </ac:spMkLst>
        </pc:spChg>
        <pc:graphicFrameChg chg="add del mod modGraphic">
          <ac:chgData name="Anuran Saha" userId="62e30eb586084616" providerId="LiveId" clId="{EB407FB2-4211-4174-AE94-A5D586DC455D}" dt="2025-11-27T17:17:06.593" v="98" actId="21"/>
          <ac:graphicFrameMkLst>
            <pc:docMk/>
            <pc:sldMk cId="3142493069" sldId="285"/>
            <ac:graphicFrameMk id="4" creationId="{73D024CB-B616-B4DE-652F-1D0E4E09D300}"/>
          </ac:graphicFrameMkLst>
        </pc:graphicFrameChg>
        <pc:graphicFrameChg chg="add del mod modGraphic">
          <ac:chgData name="Anuran Saha" userId="62e30eb586084616" providerId="LiveId" clId="{EB407FB2-4211-4174-AE94-A5D586DC455D}" dt="2025-11-27T17:18:56.257" v="156" actId="478"/>
          <ac:graphicFrameMkLst>
            <pc:docMk/>
            <pc:sldMk cId="3142493069" sldId="285"/>
            <ac:graphicFrameMk id="7" creationId="{73D024CB-B616-B4DE-652F-1D0E4E09D300}"/>
          </ac:graphicFrameMkLst>
        </pc:graphicFrameChg>
      </pc:sldChg>
      <pc:sldChg chg="addSp delSp modSp new mod">
        <pc:chgData name="Anuran Saha" userId="62e30eb586084616" providerId="LiveId" clId="{EB407FB2-4211-4174-AE94-A5D586DC455D}" dt="2025-11-27T17:33:50.480" v="259" actId="2711"/>
        <pc:sldMkLst>
          <pc:docMk/>
          <pc:sldMk cId="3346811575" sldId="286"/>
        </pc:sldMkLst>
        <pc:spChg chg="mod">
          <ac:chgData name="Anuran Saha" userId="62e30eb586084616" providerId="LiveId" clId="{EB407FB2-4211-4174-AE94-A5D586DC455D}" dt="2025-11-27T17:19:27.391" v="159"/>
          <ac:spMkLst>
            <pc:docMk/>
            <pc:sldMk cId="3346811575" sldId="286"/>
            <ac:spMk id="2" creationId="{FA0EEF27-A620-3411-2974-CCCF1CABD964}"/>
          </ac:spMkLst>
        </pc:spChg>
        <pc:spChg chg="add del mod">
          <ac:chgData name="Anuran Saha" userId="62e30eb586084616" providerId="LiveId" clId="{EB407FB2-4211-4174-AE94-A5D586DC455D}" dt="2025-11-27T17:19:52.840" v="163"/>
          <ac:spMkLst>
            <pc:docMk/>
            <pc:sldMk cId="3346811575" sldId="286"/>
            <ac:spMk id="3" creationId="{828BAAC0-95FE-DA21-5553-DEA4DF1B56F4}"/>
          </ac:spMkLst>
        </pc:spChg>
        <pc:spChg chg="add mod">
          <ac:chgData name="Anuran Saha" userId="62e30eb586084616" providerId="LiveId" clId="{EB407FB2-4211-4174-AE94-A5D586DC455D}" dt="2025-11-27T17:33:50.480" v="259" actId="2711"/>
          <ac:spMkLst>
            <pc:docMk/>
            <pc:sldMk cId="3346811575" sldId="286"/>
            <ac:spMk id="5" creationId="{192DECD1-8C04-0960-FF8A-B9B854CB9485}"/>
          </ac:spMkLst>
        </pc:spChg>
        <pc:graphicFrameChg chg="add mod">
          <ac:chgData name="Anuran Saha" userId="62e30eb586084616" providerId="LiveId" clId="{EB407FB2-4211-4174-AE94-A5D586DC455D}" dt="2025-11-27T17:19:49.193" v="161"/>
          <ac:graphicFrameMkLst>
            <pc:docMk/>
            <pc:sldMk cId="3346811575" sldId="286"/>
            <ac:graphicFrameMk id="4" creationId="{9E605CCA-DEE0-9CA7-44B4-C133DB80177D}"/>
          </ac:graphicFrameMkLst>
        </pc:graphicFrameChg>
      </pc:sldChg>
      <pc:sldChg chg="addSp modSp new mod">
        <pc:chgData name="Anuran Saha" userId="62e30eb586084616" providerId="LiveId" clId="{EB407FB2-4211-4174-AE94-A5D586DC455D}" dt="2025-11-27T17:33:24.413" v="255" actId="2710"/>
        <pc:sldMkLst>
          <pc:docMk/>
          <pc:sldMk cId="2658538042" sldId="287"/>
        </pc:sldMkLst>
        <pc:spChg chg="mod">
          <ac:chgData name="Anuran Saha" userId="62e30eb586084616" providerId="LiveId" clId="{EB407FB2-4211-4174-AE94-A5D586DC455D}" dt="2025-11-27T17:24:18.127" v="178"/>
          <ac:spMkLst>
            <pc:docMk/>
            <pc:sldMk cId="2658538042" sldId="287"/>
            <ac:spMk id="2" creationId="{3F0999C2-1CCD-49E1-417D-D714E44A29CC}"/>
          </ac:spMkLst>
        </pc:spChg>
        <pc:spChg chg="add mod">
          <ac:chgData name="Anuran Saha" userId="62e30eb586084616" providerId="LiveId" clId="{EB407FB2-4211-4174-AE94-A5D586DC455D}" dt="2025-11-27T17:33:24.413" v="255" actId="2710"/>
          <ac:spMkLst>
            <pc:docMk/>
            <pc:sldMk cId="2658538042" sldId="287"/>
            <ac:spMk id="3" creationId="{2380E8CB-F958-1B46-842F-59E5732DA90B}"/>
          </ac:spMkLst>
        </pc:spChg>
      </pc:sldChg>
      <pc:sldChg chg="addSp modSp new mod">
        <pc:chgData name="Anuran Saha" userId="62e30eb586084616" providerId="LiveId" clId="{EB407FB2-4211-4174-AE94-A5D586DC455D}" dt="2025-11-27T17:32:57.343" v="251" actId="2710"/>
        <pc:sldMkLst>
          <pc:docMk/>
          <pc:sldMk cId="3498711165" sldId="288"/>
        </pc:sldMkLst>
        <pc:spChg chg="mod">
          <ac:chgData name="Anuran Saha" userId="62e30eb586084616" providerId="LiveId" clId="{EB407FB2-4211-4174-AE94-A5D586DC455D}" dt="2025-11-27T17:25:34.902" v="187"/>
          <ac:spMkLst>
            <pc:docMk/>
            <pc:sldMk cId="3498711165" sldId="288"/>
            <ac:spMk id="2" creationId="{42732BF9-A80B-62DB-9D68-C915502CC35D}"/>
          </ac:spMkLst>
        </pc:spChg>
        <pc:spChg chg="add mod">
          <ac:chgData name="Anuran Saha" userId="62e30eb586084616" providerId="LiveId" clId="{EB407FB2-4211-4174-AE94-A5D586DC455D}" dt="2025-11-27T17:32:57.343" v="251" actId="2710"/>
          <ac:spMkLst>
            <pc:docMk/>
            <pc:sldMk cId="3498711165" sldId="288"/>
            <ac:spMk id="3" creationId="{A0AAD4DF-8DEB-6C93-089F-E754C15AA378}"/>
          </ac:spMkLst>
        </pc:spChg>
      </pc:sldChg>
      <pc:sldChg chg="addSp modSp new mod">
        <pc:chgData name="Anuran Saha" userId="62e30eb586084616" providerId="LiveId" clId="{EB407FB2-4211-4174-AE94-A5D586DC455D}" dt="2025-11-27T17:32:02.688" v="244" actId="255"/>
        <pc:sldMkLst>
          <pc:docMk/>
          <pc:sldMk cId="96319937" sldId="289"/>
        </pc:sldMkLst>
        <pc:spChg chg="mod">
          <ac:chgData name="Anuran Saha" userId="62e30eb586084616" providerId="LiveId" clId="{EB407FB2-4211-4174-AE94-A5D586DC455D}" dt="2025-11-27T17:26:46.177" v="196"/>
          <ac:spMkLst>
            <pc:docMk/>
            <pc:sldMk cId="96319937" sldId="289"/>
            <ac:spMk id="2" creationId="{0E52993E-8FCC-EF13-59EA-F750A933509F}"/>
          </ac:spMkLst>
        </pc:spChg>
        <pc:spChg chg="add mod">
          <ac:chgData name="Anuran Saha" userId="62e30eb586084616" providerId="LiveId" clId="{EB407FB2-4211-4174-AE94-A5D586DC455D}" dt="2025-11-27T17:32:02.688" v="244" actId="255"/>
          <ac:spMkLst>
            <pc:docMk/>
            <pc:sldMk cId="96319937" sldId="289"/>
            <ac:spMk id="3" creationId="{AF9E8BC1-5464-7CBE-7137-32816304B490}"/>
          </ac:spMkLst>
        </pc:spChg>
      </pc:sldChg>
      <pc:sldChg chg="addSp modSp new mod">
        <pc:chgData name="Anuran Saha" userId="62e30eb586084616" providerId="LiveId" clId="{EB407FB2-4211-4174-AE94-A5D586DC455D}" dt="2025-11-27T17:32:26.386" v="245" actId="255"/>
        <pc:sldMkLst>
          <pc:docMk/>
          <pc:sldMk cId="950002531" sldId="290"/>
        </pc:sldMkLst>
        <pc:spChg chg="mod">
          <ac:chgData name="Anuran Saha" userId="62e30eb586084616" providerId="LiveId" clId="{EB407FB2-4211-4174-AE94-A5D586DC455D}" dt="2025-11-27T17:27:39.237" v="206"/>
          <ac:spMkLst>
            <pc:docMk/>
            <pc:sldMk cId="950002531" sldId="290"/>
            <ac:spMk id="2" creationId="{DCEFB879-9419-5894-3DB2-93A26FEE8BDA}"/>
          </ac:spMkLst>
        </pc:spChg>
        <pc:spChg chg="add mod">
          <ac:chgData name="Anuran Saha" userId="62e30eb586084616" providerId="LiveId" clId="{EB407FB2-4211-4174-AE94-A5D586DC455D}" dt="2025-11-27T17:32:26.386" v="245" actId="255"/>
          <ac:spMkLst>
            <pc:docMk/>
            <pc:sldMk cId="950002531" sldId="290"/>
            <ac:spMk id="3" creationId="{F06622B1-41C0-7B31-BBBF-103C30177908}"/>
          </ac:spMkLst>
        </pc:spChg>
      </pc:sldChg>
      <pc:sldChg chg="new del">
        <pc:chgData name="Anuran Saha" userId="62e30eb586084616" providerId="LiveId" clId="{EB407FB2-4211-4174-AE94-A5D586DC455D}" dt="2025-11-27T17:28:28.895" v="215" actId="47"/>
        <pc:sldMkLst>
          <pc:docMk/>
          <pc:sldMk cId="2541961417" sldId="291"/>
        </pc:sldMkLst>
      </pc:sldChg>
      <pc:sldChg chg="addSp modSp new mod">
        <pc:chgData name="Anuran Saha" userId="62e30eb586084616" providerId="LiveId" clId="{EB407FB2-4211-4174-AE94-A5D586DC455D}" dt="2025-11-27T17:30:02.054" v="231" actId="1076"/>
        <pc:sldMkLst>
          <pc:docMk/>
          <pc:sldMk cId="3124637337" sldId="291"/>
        </pc:sldMkLst>
        <pc:spChg chg="add mod">
          <ac:chgData name="Anuran Saha" userId="62e30eb586084616" providerId="LiveId" clId="{EB407FB2-4211-4174-AE94-A5D586DC455D}" dt="2025-11-27T17:30:02.054" v="231" actId="1076"/>
          <ac:spMkLst>
            <pc:docMk/>
            <pc:sldMk cId="3124637337" sldId="291"/>
            <ac:spMk id="2" creationId="{B4F524C4-3395-80F9-5A2C-9D956CD119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7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0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6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88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6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7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0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29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24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4672F9-A300-8746-B11D-4FE4B2881D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" y="-27113"/>
            <a:ext cx="12191521" cy="68851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16892"/>
            <a:ext cx="10363200" cy="3215530"/>
          </a:xfrm>
        </p:spPr>
        <p:txBody>
          <a:bodyPr>
            <a:normAutofit/>
          </a:bodyPr>
          <a:lstStyle/>
          <a:p>
            <a:r>
              <a:rPr lang="en-IN" sz="4000" b="1" dirty="0"/>
              <a:t>EVENTO</a:t>
            </a:r>
            <a:br>
              <a:rPr lang="en-IN" sz="4000" b="1" dirty="0"/>
            </a:br>
            <a:r>
              <a:rPr lang="en-IN" sz="3100" b="1" i="1" dirty="0"/>
              <a:t>A Responsive Event Management Platform</a:t>
            </a:r>
            <a:br>
              <a:rPr lang="en-US" sz="4000" b="1" dirty="0"/>
            </a:br>
            <a:r>
              <a:rPr lang="en-US" sz="2400" b="1" dirty="0"/>
              <a:t>Subject Name: </a:t>
            </a:r>
            <a:r>
              <a:rPr lang="en-US" altLang="en-US" sz="2400" b="1" dirty="0">
                <a:latin typeface="Arial" panose="020B0604020202020204" pitchFamily="34" charset="0"/>
              </a:rPr>
              <a:t>VAC - Web Development </a:t>
            </a:r>
            <a:r>
              <a:rPr lang="en-US" sz="2400" b="1" dirty="0"/>
              <a:t> </a:t>
            </a:r>
            <a:br>
              <a:rPr lang="en-US" sz="2400" b="1" dirty="0"/>
            </a:br>
            <a:r>
              <a:rPr lang="en-US" sz="2400" b="1" dirty="0"/>
              <a:t>Subject Code: ETVAWDOO9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CD4A3-CBDA-053F-9478-913A294D8E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853" y="298095"/>
            <a:ext cx="6395814" cy="920836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6738A99-7227-1391-9DFC-04660109D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798" y="4155930"/>
            <a:ext cx="4914169" cy="2492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457200">
              <a:buSzPct val="25000"/>
              <a:defRPr/>
            </a:pPr>
            <a:r>
              <a:rPr lang="en-US" sz="2400" b="1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Presented by:</a:t>
            </a:r>
          </a:p>
          <a:p>
            <a:pPr>
              <a:defRPr sz="18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G24</a:t>
            </a:r>
          </a:p>
          <a:p>
            <a:pPr lvl="1">
              <a:defRPr sz="18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Anuran (2401010095)</a:t>
            </a:r>
          </a:p>
          <a:p>
            <a:pPr lvl="1">
              <a:defRPr sz="1800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Mohd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Faiz (2401010180)</a:t>
            </a:r>
          </a:p>
          <a:p>
            <a:pPr lvl="1">
              <a:defRPr sz="18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 (2401010172)</a:t>
            </a:r>
          </a:p>
          <a:p>
            <a:pPr lvl="1">
              <a:defRPr sz="18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Sanchit Yadav (2401010162)</a:t>
            </a:r>
          </a:p>
          <a:p>
            <a:pPr lvl="1">
              <a:defRPr sz="1800"/>
            </a:pPr>
            <a:endParaRPr lang="en-IN" dirty="0"/>
          </a:p>
          <a:p>
            <a:pPr algn="ctr" defTabSz="457200">
              <a:buSzPct val="25000"/>
              <a:defRPr/>
            </a:pPr>
            <a:endParaRPr lang="en-US" sz="2400" b="1" kern="1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B050D-B502-3FEE-09D1-798CD55AEF03}"/>
              </a:ext>
            </a:extLst>
          </p:cNvPr>
          <p:cNvSpPr txBox="1"/>
          <p:nvPr/>
        </p:nvSpPr>
        <p:spPr>
          <a:xfrm>
            <a:off x="6096000" y="43416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Presented to: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lang="en-US" sz="2400" b="1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kumimoji="0" lang="en-US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E7BAF44D-7ECF-E0A0-CC6B-565F0AC4E9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" y="135"/>
            <a:ext cx="12191521" cy="688511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0D2C4A-9EE9-E607-7DD2-BEDB86603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910" y="2174979"/>
            <a:ext cx="10363200" cy="1362075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/>
              <a:t>Evento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2800" b="0" i="1" dirty="0"/>
              <a:t>EVENTO is a modern, responsive website for professional event organization (Weddings, Concerts, Birthdays).</a:t>
            </a:r>
            <a:endParaRPr lang="en-IN" sz="2800" b="0" i="1" cap="none" dirty="0"/>
          </a:p>
        </p:txBody>
      </p:sp>
    </p:spTree>
    <p:extLst>
      <p:ext uri="{BB962C8B-B14F-4D97-AF65-F5344CB8AC3E}">
        <p14:creationId xmlns:p14="http://schemas.microsoft.com/office/powerpoint/2010/main" val="78420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3541"/>
          </a:xfrm>
        </p:spPr>
        <p:txBody>
          <a:bodyPr/>
          <a:lstStyle/>
          <a:p>
            <a:r>
              <a:rPr lang="en-IN" dirty="0"/>
              <a:t>Table of Contents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b="1" dirty="0"/>
              <a:t>Introduction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b="1" dirty="0"/>
              <a:t>Technology Stack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b="1" dirty="0"/>
              <a:t>Background Study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b="1" dirty="0"/>
              <a:t>Key Features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b="1" dirty="0"/>
              <a:t>Conclusion &amp; Future Scope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b="1" dirty="0"/>
              <a:t>References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EF27-A620-3411-2974-CCCF1CAB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DECD1-8C04-0960-FF8A-B9B854CB9485}"/>
              </a:ext>
            </a:extLst>
          </p:cNvPr>
          <p:cNvSpPr txBox="1"/>
          <p:nvPr/>
        </p:nvSpPr>
        <p:spPr>
          <a:xfrm>
            <a:off x="609600" y="1957137"/>
            <a:ext cx="10972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EVENTO is a modern, responsive website for professional event organization (Weddings, Concerts, Birthdays).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Goal: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an engaging digital presence to showcase services and capture client leads.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responsive UI, implement a Dark Theme, and clearly display services and pricing.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81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99C2-1CCD-49E1-417D-D714E44A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0E8CB-F958-1B46-842F-59E5732DA90B}"/>
              </a:ext>
            </a:extLst>
          </p:cNvPr>
          <p:cNvSpPr txBox="1"/>
          <p:nvPr/>
        </p:nvSpPr>
        <p:spPr>
          <a:xfrm>
            <a:off x="1155032" y="1909011"/>
            <a:ext cx="9962147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Semantic structure and content definition.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Styling,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Mode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Layouts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Flexbox/Grid.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(Vanilla):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Slider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Scrolling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enhanced UX.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Assets: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Awesome (Icons) and Google Fonts (Poppins typeface).</a:t>
            </a:r>
          </a:p>
        </p:txBody>
      </p:sp>
    </p:spTree>
    <p:extLst>
      <p:ext uri="{BB962C8B-B14F-4D97-AF65-F5344CB8AC3E}">
        <p14:creationId xmlns:p14="http://schemas.microsoft.com/office/powerpoint/2010/main" val="265853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2BF9-A80B-62DB-9D68-C915502C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AD4DF-8DEB-6C93-089F-E754C15AA378}"/>
              </a:ext>
            </a:extLst>
          </p:cNvPr>
          <p:cNvSpPr txBox="1"/>
          <p:nvPr/>
        </p:nvSpPr>
        <p:spPr>
          <a:xfrm>
            <a:off x="609600" y="1957137"/>
            <a:ext cx="10748211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Dynamic Slider: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Auto-playing hero carousel using transform: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translateX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Responsive Design: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 adapts perfectly to mobile/desktop via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Queries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Modern Aesthetics: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Sleek Dark Theme with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cyan/blue accent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blurred navigation effect.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Modular Grids: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display of Services and Price Packages.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711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993E-8FCC-EF13-59EA-F750A933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E8BC1-5464-7CBE-7137-32816304B490}"/>
              </a:ext>
            </a:extLst>
          </p:cNvPr>
          <p:cNvSpPr txBox="1"/>
          <p:nvPr/>
        </p:nvSpPr>
        <p:spPr>
          <a:xfrm>
            <a:off x="1331495" y="1417638"/>
            <a:ext cx="93525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delivered a professional, functional, and responsive front-end prototype.</a:t>
            </a:r>
          </a:p>
          <a:p>
            <a:pPr marL="36000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Integration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(PHP/Node.js) for Contact Form processing.</a:t>
            </a:r>
          </a:p>
          <a:p>
            <a:pPr marL="36000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Implementation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(MySQL/MongoDB) for managing bookings and dynamic content.</a:t>
            </a:r>
          </a:p>
          <a:p>
            <a:pPr marL="3600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content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19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B879-9419-5894-3DB2-93A26FEE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622B1-41C0-7B31-BBBF-103C30177908}"/>
              </a:ext>
            </a:extLst>
          </p:cNvPr>
          <p:cNvSpPr txBox="1"/>
          <p:nvPr/>
        </p:nvSpPr>
        <p:spPr>
          <a:xfrm>
            <a:off x="1411705" y="1957137"/>
            <a:ext cx="10010274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EVENTO Project Source Code (index.html).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Icons: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Awesome CDN.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Fonts API (family=Poppins).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Unsplash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(Stock images used for the slider/gallery).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002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524C4-3395-80F9-5A2C-9D956CD119E2}"/>
              </a:ext>
            </a:extLst>
          </p:cNvPr>
          <p:cNvSpPr txBox="1"/>
          <p:nvPr/>
        </p:nvSpPr>
        <p:spPr>
          <a:xfrm>
            <a:off x="2254469" y="3013501"/>
            <a:ext cx="7683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2463733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365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1_Office Theme</vt:lpstr>
      <vt:lpstr>EVENTO A Responsive Event Management Platform Subject Name: VAC - Web Development   Subject Code: ETVAWDOO9</vt:lpstr>
      <vt:lpstr>Evento: EVENTO is a modern, responsive website for professional event organization (Weddings, Concerts, Birthdays).</vt:lpstr>
      <vt:lpstr>Table of Contents</vt:lpstr>
      <vt:lpstr>Introduction</vt:lpstr>
      <vt:lpstr>Technology Stack</vt:lpstr>
      <vt:lpstr>Key Features</vt:lpstr>
      <vt:lpstr>Conclusion &amp; 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Aarti Sangwan</dc:creator>
  <cp:lastModifiedBy>Anuran Saha</cp:lastModifiedBy>
  <cp:revision>7</cp:revision>
  <dcterms:created xsi:type="dcterms:W3CDTF">2025-11-05T06:53:51Z</dcterms:created>
  <dcterms:modified xsi:type="dcterms:W3CDTF">2025-11-27T17:35:10Z</dcterms:modified>
</cp:coreProperties>
</file>